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556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7680960" y="-54864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 err="1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</a:t>
            </a:r>
            <a:r>
              <a:rPr lang="en-US" sz="900" b="1" kern="0" spc="4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 RESTful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&amp; Firebase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11480" y="33832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backend con Node.js, Express y Firebase Realtime Database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1148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 •  Express  •  Firebase Admin SDK  •  REST API</a:t>
            </a:r>
            <a:endParaRPr lang="en-US" sz="1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GENERAL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sistema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56032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77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🖥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peticiones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77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3291840" y="128016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</a:rPr>
              <a:t>⚙</a:t>
            </a:r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rutas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puerto 3000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56032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0077B6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5603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217920" y="1417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 DB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datos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Database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926080" y="2532888"/>
            <a:ext cx="36576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9260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77F0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52160" y="2532888"/>
            <a:ext cx="36576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585216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77F00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firebase.js configura la conexión  •  server.js define las rutas API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 DE CONFIGURACIÓN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firebase.js — Conexión a la base de datos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120640" cy="3474720"/>
          </a:xfrm>
          <a:prstGeom prst="rect">
            <a:avLst/>
          </a:prstGeom>
          <a:solidFill>
            <a:srgbClr val="1E2631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137160" cy="13716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50392" y="1325880"/>
            <a:ext cx="137160" cy="13716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106424" y="1325880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463040" y="129844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firebase.js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= require(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"firebase-admin"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8653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svcAcc = require(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"./serviceAccountKey.json"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2951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</a:t>
            </a: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initializeApp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credential: </a:t>
            </a: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admin.credential</a:t>
            </a: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(svcAcc),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82549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databaseURL: </a:t>
            </a:r>
            <a:r>
              <a:rPr lang="en-US" sz="10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"https://…-rtdb.firebaseio.com"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= admin.</a:t>
            </a:r>
            <a:r>
              <a:rPr lang="en-US" sz="10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7856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module.exports = db;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760720" y="1188720"/>
            <a:ext cx="301752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5760720" y="1188720"/>
            <a:ext cx="64008" cy="9144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943600" y="1234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firebase-admin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14904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oficial de Firebase para Node.js. Permite acceso con privilegios de administrador.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760720" y="2240280"/>
            <a:ext cx="301752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Shape 21"/>
          <p:cNvSpPr/>
          <p:nvPr/>
        </p:nvSpPr>
        <p:spPr>
          <a:xfrm>
            <a:off x="5760720" y="2240280"/>
            <a:ext cx="64008" cy="9144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5943600" y="2286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serviceAccountKey.json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0" y="2542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privadas del proyecto en Firebase. Nunca debe subirse al repositorio.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760720" y="3246120"/>
            <a:ext cx="301752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5760720" y="3246120"/>
            <a:ext cx="64008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94360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initializeApp + database()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0" y="35478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la app con las credenciales y expone la referencia a la Realtime Database.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ENDPOINTS DE LA API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CRUD sobre /users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914400" cy="676656"/>
          </a:xfrm>
          <a:prstGeom prst="rect">
            <a:avLst/>
          </a:prstGeom>
          <a:solidFill>
            <a:srgbClr val="3FB950">
              <a:alpha val="80000"/>
            </a:srgbClr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12435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5270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nuevo usuario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749040" y="124358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ID único con push(), guarda name, email y createdAt (timestamp).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1956816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65760" y="1956816"/>
            <a:ext cx="914400" cy="676656"/>
          </a:xfrm>
          <a:prstGeom prst="rect">
            <a:avLst/>
          </a:prstGeom>
          <a:solidFill>
            <a:srgbClr val="79C0FF">
              <a:alpha val="8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5760" y="1956816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4173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22951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todos los usuarios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todos los nodos, transforma el objeto en array con id incluido.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p:sp>
        <p:nvSpPr>
          <p:cNvPr id="18" name="Shape 16"/>
          <p:cNvSpPr/>
          <p:nvPr/>
        </p:nvSpPr>
        <p:spPr>
          <a:xfrm>
            <a:off x="365760" y="2724912"/>
            <a:ext cx="914400" cy="676656"/>
          </a:xfrm>
          <a:prstGeom prst="rect">
            <a:avLst/>
          </a:prstGeom>
          <a:solidFill>
            <a:srgbClr val="79C0FF">
              <a:alpha val="80000"/>
            </a:srgbClr>
          </a:solidFill>
          <a:ln w="12700">
            <a:solidFill>
              <a:srgbClr val="79C0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365760" y="2724912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417320" y="2779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/users/:id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17320" y="3063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un usuario por ID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3749040" y="277977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nodo específico y retorna name + email del snapshot.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3493008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365760" y="3493008"/>
            <a:ext cx="914400" cy="676656"/>
          </a:xfrm>
          <a:prstGeom prst="rect">
            <a:avLst/>
          </a:prstGeom>
          <a:solidFill>
            <a:srgbClr val="F0883E">
              <a:alpha val="80000"/>
            </a:srgbClr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365760" y="3493008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1732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/users/:id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17320" y="38313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 un usuario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749040" y="35478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update() para sobrescribir solo los campos enviados en req.body.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4261104"/>
            <a:ext cx="8412480" cy="676656"/>
          </a:xfrm>
          <a:prstGeom prst="rect">
            <a:avLst/>
          </a:prstGeom>
          <a:solidFill>
            <a:srgbClr val="161B22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365760" y="4261104"/>
            <a:ext cx="914400" cy="676656"/>
          </a:xfrm>
          <a:prstGeom prst="rect">
            <a:avLst/>
          </a:prstGeom>
          <a:solidFill>
            <a:srgbClr val="F85149">
              <a:alpha val="80000"/>
            </a:srgbClr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365760" y="4261104"/>
            <a:ext cx="914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417320" y="4315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/users/:id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17320" y="45994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un usuario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4" name="Text 32"/>
          <p:cNvSpPr/>
          <p:nvPr/>
        </p:nvSpPr>
        <p:spPr>
          <a:xfrm>
            <a:off x="3749040" y="431596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remove() sobre la referencia del usuario con ese ID.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ANÁLISIS DE CÓDIGO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/users — Crear usuario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572000" cy="2788920"/>
          </a:xfrm>
          <a:prstGeom prst="rect">
            <a:avLst/>
          </a:prstGeom>
          <a:solidFill>
            <a:srgbClr val="1E2631"/>
          </a:solidFill>
          <a:ln w="12700">
            <a:solidFill>
              <a:srgbClr val="2D3B4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548640" y="1316736"/>
            <a:ext cx="137160" cy="137160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04672" y="1316736"/>
            <a:ext cx="137160" cy="137160"/>
          </a:xfrm>
          <a:prstGeom prst="ellipse">
            <a:avLst/>
          </a:prstGeom>
          <a:solidFill>
            <a:srgbClr val="F0883E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Shape 6"/>
          <p:cNvSpPr/>
          <p:nvPr/>
        </p:nvSpPr>
        <p:spPr>
          <a:xfrm>
            <a:off x="1060704" y="1316736"/>
            <a:ext cx="137160" cy="137160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("/users", </a:t>
            </a: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(req, res) {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79222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 = db.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("users").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02996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26771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req.body.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50545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req.body.</a:t>
            </a:r>
            <a:r>
              <a:rPr lang="en-US" sz="10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createdAt: 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980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(function () {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2186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</a:t>
            </a:r>
            <a:r>
              <a:rPr lang="en-US" sz="10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0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("Guardado");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45643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6941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12080" y="1188720"/>
            <a:ext cx="35661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5212080" y="1188720"/>
            <a:ext cx="64008" cy="8686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539496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db.ref('users').push()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14996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una nueva referencia con ID único automático en Firebase (como un autoincremento seguro).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212080" y="2148840"/>
            <a:ext cx="35661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5212080" y="2148840"/>
            <a:ext cx="64008" cy="86868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5394960" y="2194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ref.set({ … })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24597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los datos en esa referencia. Devuelve una Promise, se encadena con .then().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212080" y="3108960"/>
            <a:ext cx="35661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212080" y="31089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39496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Date.now()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34198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timestamp de creación en milisegundos para saber cuándo se registró el usuario.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req.body  →  Firebase Ref  →  .set()  →  Promise  →  res.json()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MODIFICACIÓN Y ELIMINACIÓN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 DELETE /users/:id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2359152"/>
          </a:xfrm>
          <a:prstGeom prst="rect">
            <a:avLst/>
          </a:prstGeom>
          <a:solidFill>
            <a:srgbClr val="1E2631"/>
          </a:solidFill>
          <a:ln w="127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4023360" cy="292608"/>
          </a:xfrm>
          <a:prstGeom prst="rect">
            <a:avLst/>
          </a:prstGeom>
          <a:solidFill>
            <a:srgbClr val="2A1F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("/users/:id",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922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(req, res) 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("users/" + 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req.params.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(req.body)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(function ()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msg: "OK" });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4023360" cy="2340864"/>
          </a:xfrm>
          <a:prstGeom prst="rect">
            <a:avLst/>
          </a:prstGeom>
          <a:solidFill>
            <a:srgbClr val="1E2631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846320" y="1188720"/>
            <a:ext cx="4023360" cy="292608"/>
          </a:xfrm>
          <a:prstGeom prst="rect">
            <a:avLst/>
          </a:prstGeom>
          <a:solidFill>
            <a:srgbClr val="1F141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51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1572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("/users/:id",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83480" y="17922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function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(req, res)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83480" y="2011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("users/" +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83480" y="223113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req.params.</a:t>
            </a:r>
            <a:r>
              <a:rPr lang="en-US" sz="9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83480" y="24505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26700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(function () {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28895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res.</a:t>
            </a:r>
            <a:r>
              <a:rPr lang="en-US" sz="9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9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msg: "OK" });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83480" y="3108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83480" y="332841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3621024"/>
            <a:ext cx="8595360" cy="630936"/>
          </a:xfrm>
          <a:prstGeom prst="rect">
            <a:avLst/>
          </a:prstGeom>
          <a:solidFill>
            <a:srgbClr val="161B22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548640" y="360248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Diferencia clave: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749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.update(body) sobrescribe solo los campos enviados — los demás permanecen intactos.  .remove() elimina el nodo completo de la base de datos sin posibilidad de recuperación directa.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1A2030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50292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req.params.id  -&gt; captura el segmento dinámico de la URL, ej: GET /users/abc123 -&gt; id = 'abc123'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y buenas prácticas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41605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77F0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64008" cy="13716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credenciales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190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serviceAccountKey.json nunca debe estar en el repositorio. Usar variables de entorno o Secret Manager en producción.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1261872"/>
            <a:ext cx="41605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F85149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754880" y="1261872"/>
            <a:ext cx="64008" cy="13716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937760" y="1353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</a:t>
            </a:r>
            <a:r>
              <a:rPr lang="en-US" sz="12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errores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7190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promesas carecen de .catch(). En producción, agregar middleware de errores y validaciones en req.body antes de escribir en DB.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2816352"/>
            <a:ext cx="41605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64008" cy="1371600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firebase.js del servidor es una buena práctica: facilita las pruebas unitarias y el reemplazo de la capa de datos.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2816352"/>
            <a:ext cx="4160520" cy="13716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  <a:effectLst>
            <a:outerShdw blurRad="101600" dist="254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4754880" y="2816352"/>
            <a:ext cx="64008" cy="13716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4937760" y="29077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Escalabilidad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 escala automáticamente. Para datos complejos con </a:t>
            </a:r>
            <a:r>
              <a:rPr lang="en-US" sz="10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avanzadas</a:t>
            </a: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+ Firebase Admin SDK  ·  API REST  ·  Node.js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794</Words>
  <Application>Microsoft Office PowerPoint</Application>
  <PresentationFormat>Presentación en pantalla (16:9)</PresentationFormat>
  <Paragraphs>123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REST con Express y Firebase</dc:title>
  <dc:subject>PptxGenJS Presentation</dc:subject>
  <dc:creator>PptxGenJS</dc:creator>
  <cp:lastModifiedBy>José Albeiro Montes Gil</cp:lastModifiedBy>
  <cp:revision>10</cp:revision>
  <dcterms:created xsi:type="dcterms:W3CDTF">2026-02-18T14:51:54Z</dcterms:created>
  <dcterms:modified xsi:type="dcterms:W3CDTF">2026-02-18T15:04:16Z</dcterms:modified>
</cp:coreProperties>
</file>